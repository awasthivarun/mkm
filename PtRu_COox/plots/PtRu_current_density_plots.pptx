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079C-19C2-968C-9238-7AEEA060E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915C6-EB30-B6C5-F8E3-39F07D400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386E3-1A8E-81F5-2A17-FA2DEA17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66F05-6C95-605F-EE35-A3A908AF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C17C9-756B-A7B6-CA94-483BA92F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6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1360-F569-0A5D-AA07-C26D6887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894C-AD4D-BE3A-CBAC-182BF39B0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2DC7A-8A22-8842-FF3B-901B98556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29C71-59C7-0B18-9731-643B5E2C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69604-266F-A8EA-886E-2645577A4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78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B9A9-8269-D23A-58E1-60D1592D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4259A-0491-CF30-BEF6-5CEB92D6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A6B6D-FC72-7FF8-6CA0-75A85644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6831D-9900-9219-98DC-4E9C18D1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C1A67-3DEE-57F6-4260-3DC4A6B2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2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D83F-77D5-AA46-B106-EAFCBE39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2B60-66A6-177D-8A18-81502DD1D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1BF58-78CE-B12E-D2AF-A4C092415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B10E9-686D-2EE1-106E-98545638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0CD04-0A04-84FB-FCBD-1A81FEEC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594BC-A5D7-31EE-AA1A-CEB126C7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0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4D03-13FF-596F-506A-0EDCE4A4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71459-4CE5-CDB3-5D8D-7D6FB262D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FFFB0-3FDA-3E1F-F203-E8D22AAA9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93BDA-D5DA-23C9-B447-FC1366823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670EE-614A-A0FF-21CF-BEC17E4C4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90D03-B327-341D-4B8E-661B6F7F1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71BBE-F5C3-6DB9-5CE6-6AFFDC9A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53D83-E0D4-EDA0-4875-DDFE9ABC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9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D6A6-97A9-0153-3C04-0EF03828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602EB-A9B5-4169-B08C-A52FCDD8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CC23D-1174-9A64-BB7E-EA3FE837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6EF01-4474-361E-46DE-948A3B93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2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50E97-4FEB-7C49-A0B9-02F98954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1C7C1-9F18-22C3-BABD-8C078041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2B254-5C95-FB6B-2ADC-CBA5C91A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4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00AF-F450-3D8C-2EA5-DC519BA83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68D7-35B8-A727-BD59-376B3906E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2FEFF-BC9C-37CE-C777-CCFEA00D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FF666-6774-02DD-01D3-760C73DC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6AD1-253C-22D7-63BC-4BA02990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A6F6E-D53E-FB4C-D450-B00F75C7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D01F-C7C9-1E2A-813E-D0C05BAB6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2B2A2-06E0-2CF6-FD4C-D1FAC733C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D8703-99A8-A010-5BB6-38A82679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73671-61CC-2F72-7439-A703E98D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BB7AA-1981-A933-3BF3-1468FCA26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E9962-97E3-7176-7DF8-DFCC59E0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31B5-F2B7-ECB7-4B5C-35FFDE73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C4073-5E69-B197-50C4-0494D42D6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F64FD-FF55-1BD2-9307-D7A2F13A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375D-467A-43EF-9A67-E3D62EA1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517B7-CE0B-8E3F-6FF0-039FA95F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0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042A4F-32C5-91E2-484D-D6F373C97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569ED-C3D8-70E4-B2EA-8168E8E66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AE18A-5211-0551-C07D-F61CF740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44570-AD45-873D-D68A-148D154A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A6A87-A757-9C8F-1BCE-DA18A35C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DDECC-823B-B33B-3331-27B3CD1B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9BBBB-87D1-E731-6690-C7AE8D0FD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FBB43-6F2D-2C88-BC2B-4AD2F8D71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4329E-D3AF-4F43-B8F3-97A72F896F03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CEF0A-0B4C-4CE9-7269-81F9EEFC2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2037B-B30E-9D59-ACC9-C95BEEBF0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16E19-BA98-479F-BF0F-C809CC328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3F0F2D-919F-A349-303B-F7FB0F316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49040" cy="3472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F6CB55-EF63-689B-15AE-88F89DF69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86" y="3385734"/>
            <a:ext cx="3749040" cy="3472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525E0B-750C-27FA-A965-CE5AAB49CB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773" y="0"/>
            <a:ext cx="3749040" cy="3472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748BE2-8AD6-B5BD-B428-99447EFCFA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960" y="3385734"/>
            <a:ext cx="3749040" cy="347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1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Awasthi</dc:creator>
  <cp:lastModifiedBy>Varun Awasthi</cp:lastModifiedBy>
  <cp:revision>1</cp:revision>
  <dcterms:created xsi:type="dcterms:W3CDTF">2026-06-17T22:58:41Z</dcterms:created>
  <dcterms:modified xsi:type="dcterms:W3CDTF">2026-06-17T22:59:35Z</dcterms:modified>
</cp:coreProperties>
</file>