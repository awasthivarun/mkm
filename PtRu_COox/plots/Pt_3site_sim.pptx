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85EA-AAFE-9C80-950B-7165CD04B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BC9FB-5EC7-9020-D12D-446FD6B17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C5018-CE4E-9ABF-1BD1-A19231C9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5F616-4825-BD72-B9E6-C913E49B9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589BF-F399-483C-679C-813F6632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3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CE75-800D-F8DB-C63D-2835C5AA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26979-AF4F-E3D8-1061-A0407C35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EB00E-65DC-104F-1794-9FA26B46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D5E43-7104-1CB8-D044-CF34E7E9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A653E-EAD8-1380-CA86-0A6B76DE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7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F7C0-D399-14A2-720B-1270EACD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262EE-CDB8-7E73-8AA1-D212BBCD6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3A2B2-E67B-9ED7-024A-3E2B9622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42912-23C6-A6E3-5214-840B5546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C87EE-D792-1626-08ED-B91A1B6F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7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7049-8EC1-9859-2CF4-B8A1D5C6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B33B-EF99-50D3-A85E-3A521D11B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9D5F5-5D74-454F-8612-4D4E73D87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24F75-D3B5-9121-66BE-AFA34E5C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D6910-4975-88EC-CB44-EAD85AC7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11AA4-CD2C-A011-5D7B-13A10ECB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89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D69F-94D8-9965-3EFD-A524D7D33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F0B81-1A2F-F8FA-1175-E006B933A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1C2D8-EFAB-9E0B-0DF5-DB01A7F7F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D483D-0C4D-8A1F-3D75-A825C839C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2A2C2-DF78-CFDA-A7D4-A70757397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517CB4-F4FB-BE54-9BB3-CE8A58EED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B2781-16EA-798A-FF5B-3B51CE9B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86DA7-2652-D04E-2AA6-E55BD68BF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8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D5B9B-8300-2ACD-09A8-C033BC73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4EC14-93F5-A405-85A9-FBD11FA4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8D06B-45A4-EF24-F603-E5B8FC8F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53550-3A43-838A-C13D-A33D6D96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45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F2B61-C563-3328-6497-91161162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BDBA2-2A77-1DE1-23AC-6079F2A6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33E2C-16EF-BC5A-306C-4FFCF0C2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71CC-F26F-E5A1-AD5B-E2F39240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13229-64D2-31F3-E321-43327D90C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6FBFD-CE12-708C-552F-715A1CF47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C397C-7E19-DBA5-1542-067DC47F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1986-84CE-1E0C-8C86-50C1755C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1F9C4-893B-9742-350C-19CCFFEC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1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C149-68F8-F5A6-7E42-6810EA0F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C0C40-2FEC-6B4F-40DB-730C7B89C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CAAE5-475B-8EB1-B4FB-365B05453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CAE82-2198-4FCA-E9C8-080867FA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652D7-A987-79B5-8B83-AB47F936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7A98A-59FF-072A-F961-1EBBD2E7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6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9D2A-BF82-B0E4-A090-9F2C51F8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25430-0229-B7C5-59B6-8BC014DB4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CDD8-E036-A312-66E3-3C347509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3F591-4DA6-63F3-1675-E98EC5A4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E8EFD-9582-2D6D-D017-4B99BD72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4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2D9D6-01E9-C881-49A4-D992CA3CD7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D3D8E-427B-0133-0E6D-B886B43E8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AA6AF-C095-0E81-498A-963F9D3C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81EDA-95D0-08DB-4FBF-456D28C5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60196-DB99-9F36-2F1C-AA96C06B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803106-32F1-6598-0649-ACE5B778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25D88-83E3-2EE7-36CB-22511CD71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DE15-917C-F33D-1E2F-007AADB64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D0475-ADF7-4958-896B-00DBAE0C4C4A}" type="datetimeFigureOut">
              <a:rPr lang="en-US" smtClean="0"/>
              <a:t>2026-06-23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4F6CB-0637-96C9-76B5-B61AFF0F8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7D0B-30A2-40B3-72DF-4F97BADB7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8ECD8-A42A-43B1-92FF-7CE321585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6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9F6727-A3E1-9412-4442-2605E0BC1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37"/>
            <a:ext cx="5943600" cy="5818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FAF2F-458D-5965-94CC-B2CAABBAE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39266"/>
            <a:ext cx="5943600" cy="5818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A714D9-482C-8B98-9EC8-E2EFF1093B9D}"/>
              </a:ext>
            </a:extLst>
          </p:cNvPr>
          <p:cNvSpPr txBox="1"/>
          <p:nvPr/>
        </p:nvSpPr>
        <p:spPr>
          <a:xfrm>
            <a:off x="2505075" y="170914"/>
            <a:ext cx="12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 site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F1EA1A-6147-E570-1617-F7A0872CD495}"/>
              </a:ext>
            </a:extLst>
          </p:cNvPr>
          <p:cNvSpPr txBox="1"/>
          <p:nvPr/>
        </p:nvSpPr>
        <p:spPr>
          <a:xfrm>
            <a:off x="5975698" y="478414"/>
            <a:ext cx="74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 site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77F864-566A-0DB4-FE0D-A2DABFACF95D}"/>
                  </a:ext>
                </a:extLst>
              </p:cNvPr>
              <p:cNvSpPr txBox="1"/>
              <p:nvPr/>
            </p:nvSpPr>
            <p:spPr>
              <a:xfrm>
                <a:off x="304800" y="511135"/>
                <a:ext cx="5202065" cy="375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𝐎𝐇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𝐋𝐇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𝐚𝐜𝐭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𝒆𝑽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77F864-566A-0DB4-FE0D-A2DABFAC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11135"/>
                <a:ext cx="5202065" cy="375809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484B89-BB08-C8A4-E64D-AF4265C5CF59}"/>
                  </a:ext>
                </a:extLst>
              </p:cNvPr>
              <p:cNvSpPr txBox="1"/>
              <p:nvPr/>
            </p:nvSpPr>
            <p:spPr>
              <a:xfrm>
                <a:off x="6685134" y="16470"/>
                <a:ext cx="5202065" cy="375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𝐎𝐇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𝐋𝐇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𝐚𝐜𝐭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𝒆𝑽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484B89-BB08-C8A4-E64D-AF4265C5C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134" y="16470"/>
                <a:ext cx="5202065" cy="375809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3D2AAC-53C1-2891-AF6A-7A3A0EE88D62}"/>
                  </a:ext>
                </a:extLst>
              </p:cNvPr>
              <p:cNvSpPr txBox="1"/>
              <p:nvPr/>
            </p:nvSpPr>
            <p:spPr>
              <a:xfrm>
                <a:off x="6720261" y="392656"/>
                <a:ext cx="5339923" cy="375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𝐎𝐇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𝐋𝐇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𝐚𝐜𝐭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𝒆𝑽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3D2AAC-53C1-2891-AF6A-7A3A0EE88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61" y="392656"/>
                <a:ext cx="5339923" cy="3758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53E8C2-9D3C-9FBB-ED5B-23136DB42E79}"/>
                  </a:ext>
                </a:extLst>
              </p:cNvPr>
              <p:cNvSpPr txBox="1"/>
              <p:nvPr/>
            </p:nvSpPr>
            <p:spPr>
              <a:xfrm>
                <a:off x="6720261" y="768465"/>
                <a:ext cx="5339923" cy="375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𝐎𝐇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𝐞𝐕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𝐋𝐇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𝐚𝐜𝐭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𝟕𝟕𝟓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𝒆𝑽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153E8C2-9D3C-9FBB-ED5B-23136DB42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61" y="768465"/>
                <a:ext cx="5339923" cy="3758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90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9F13-2855-664C-08BB-615B4B6F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3FA88A-58CA-8305-4DC2-66AB70B1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523702"/>
            <a:ext cx="5943600" cy="5810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E3DD4-5F27-F636-07F2-DE63E69E0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90562"/>
            <a:ext cx="5943600" cy="5810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BE5A4-A12B-4561-1CE5-F3451441122A}"/>
              </a:ext>
            </a:extLst>
          </p:cNvPr>
          <p:cNvSpPr txBox="1"/>
          <p:nvPr/>
        </p:nvSpPr>
        <p:spPr>
          <a:xfrm>
            <a:off x="2228850" y="323850"/>
            <a:ext cx="12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 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E7357-6B5D-E97B-E0FF-4A2AABBB19B0}"/>
              </a:ext>
            </a:extLst>
          </p:cNvPr>
          <p:cNvSpPr txBox="1"/>
          <p:nvPr/>
        </p:nvSpPr>
        <p:spPr>
          <a:xfrm>
            <a:off x="8692804" y="359807"/>
            <a:ext cx="74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 site</a:t>
            </a:r>
          </a:p>
        </p:txBody>
      </p:sp>
    </p:spTree>
    <p:extLst>
      <p:ext uri="{BB962C8B-B14F-4D97-AF65-F5344CB8AC3E}">
        <p14:creationId xmlns:p14="http://schemas.microsoft.com/office/powerpoint/2010/main" val="376235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73AAA-70B1-8300-9929-41D392B3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554E16-DC3D-8622-D5BB-BFB5F727F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6287"/>
            <a:ext cx="5943600" cy="5810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BAA97E-4D4A-6CF2-7699-CD7603A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76287"/>
            <a:ext cx="5943600" cy="58105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EB1500-6333-8889-5788-B61D27780359}"/>
              </a:ext>
            </a:extLst>
          </p:cNvPr>
          <p:cNvSpPr txBox="1"/>
          <p:nvPr/>
        </p:nvSpPr>
        <p:spPr>
          <a:xfrm>
            <a:off x="2228850" y="323850"/>
            <a:ext cx="12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 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2D3D1-1640-5B06-399B-386FEBEF1C83}"/>
              </a:ext>
            </a:extLst>
          </p:cNvPr>
          <p:cNvSpPr txBox="1"/>
          <p:nvPr/>
        </p:nvSpPr>
        <p:spPr>
          <a:xfrm>
            <a:off x="8692804" y="359807"/>
            <a:ext cx="74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 site</a:t>
            </a:r>
          </a:p>
        </p:txBody>
      </p:sp>
    </p:spTree>
    <p:extLst>
      <p:ext uri="{BB962C8B-B14F-4D97-AF65-F5344CB8AC3E}">
        <p14:creationId xmlns:p14="http://schemas.microsoft.com/office/powerpoint/2010/main" val="46376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033B-8874-08A9-10FC-E51FF545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91704-8FC7-9250-298D-7EEEE37B0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1" y="732500"/>
            <a:ext cx="6657975" cy="2495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B9E2B0-5627-D41E-92B2-5EC577881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011" y="4267200"/>
            <a:ext cx="6657975" cy="2495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5ED2ED-F9E9-D205-04BD-7EC0423C13FE}"/>
              </a:ext>
            </a:extLst>
          </p:cNvPr>
          <p:cNvSpPr txBox="1"/>
          <p:nvPr/>
        </p:nvSpPr>
        <p:spPr>
          <a:xfrm>
            <a:off x="5581650" y="363168"/>
            <a:ext cx="12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 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0C7AA-DA5E-8C57-EBF0-B61B125AA6A6}"/>
              </a:ext>
            </a:extLst>
          </p:cNvPr>
          <p:cNvSpPr txBox="1"/>
          <p:nvPr/>
        </p:nvSpPr>
        <p:spPr>
          <a:xfrm>
            <a:off x="5844542" y="3915993"/>
            <a:ext cx="74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 site</a:t>
            </a:r>
          </a:p>
        </p:txBody>
      </p:sp>
    </p:spTree>
    <p:extLst>
      <p:ext uri="{BB962C8B-B14F-4D97-AF65-F5344CB8AC3E}">
        <p14:creationId xmlns:p14="http://schemas.microsoft.com/office/powerpoint/2010/main" val="3114198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3DB9-4532-57AE-2B44-AEBFEA54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89AF4-4F14-3998-56D2-C50DC4642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412"/>
            <a:ext cx="5943600" cy="4596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624C9C-8F40-7866-97D1-89301ADC4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76412"/>
            <a:ext cx="5943600" cy="45969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090C8C-E86D-C57C-3354-36CB78D80D61}"/>
              </a:ext>
            </a:extLst>
          </p:cNvPr>
          <p:cNvSpPr txBox="1"/>
          <p:nvPr/>
        </p:nvSpPr>
        <p:spPr>
          <a:xfrm>
            <a:off x="2336626" y="1190625"/>
            <a:ext cx="1270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 site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CD782-CAEC-B936-3A42-928D0D1A4E6D}"/>
              </a:ext>
            </a:extLst>
          </p:cNvPr>
          <p:cNvSpPr txBox="1"/>
          <p:nvPr/>
        </p:nvSpPr>
        <p:spPr>
          <a:xfrm>
            <a:off x="8695518" y="1407080"/>
            <a:ext cx="744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 site</a:t>
            </a:r>
          </a:p>
        </p:txBody>
      </p:sp>
    </p:spTree>
    <p:extLst>
      <p:ext uri="{BB962C8B-B14F-4D97-AF65-F5344CB8AC3E}">
        <p14:creationId xmlns:p14="http://schemas.microsoft.com/office/powerpoint/2010/main" val="227794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112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Awasthi</dc:creator>
  <cp:lastModifiedBy>Varun Awasthi</cp:lastModifiedBy>
  <cp:revision>2</cp:revision>
  <dcterms:created xsi:type="dcterms:W3CDTF">2026-06-23T22:25:37Z</dcterms:created>
  <dcterms:modified xsi:type="dcterms:W3CDTF">2026-06-23T23:10:59Z</dcterms:modified>
</cp:coreProperties>
</file>