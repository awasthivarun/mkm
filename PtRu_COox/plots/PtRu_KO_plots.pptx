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25" autoAdjust="0"/>
    <p:restoredTop sz="94660"/>
  </p:normalViewPr>
  <p:slideViewPr>
    <p:cSldViewPr snapToGrid="0">
      <p:cViewPr varScale="1">
        <p:scale>
          <a:sx n="67" d="100"/>
          <a:sy n="67" d="100"/>
        </p:scale>
        <p:origin x="456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57CAE0-FEA1-F4B8-0058-704BA30F89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16841CD-0993-118F-06E3-C39DD661EC9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92EF44-D294-F800-D5B1-14F8E62A09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DDBCE4-498F-4D40-BDC2-70F30D5DC8F2}" type="datetimeFigureOut">
              <a:rPr lang="en-US" smtClean="0"/>
              <a:t>2026-06-17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177600-C1D0-E558-0C47-A6DE89186B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7EFEC3-6658-1E30-7A4B-3B8059A19D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04C30E-EC95-4F7E-B301-9A478E3A4C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36162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0677A9-BB4B-3531-37A8-86738B958E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5D7AAD-DA4D-0E29-68C1-A297859C2D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F28722-62E7-9056-5C43-3C47329F30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DDBCE4-498F-4D40-BDC2-70F30D5DC8F2}" type="datetimeFigureOut">
              <a:rPr lang="en-US" smtClean="0"/>
              <a:t>2026-06-17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76D10F-A684-BF22-B527-DEDF1B271A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C3C952-09FE-DDA6-57C4-3E0379B559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04C30E-EC95-4F7E-B301-9A478E3A4C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57164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C62914-1FFA-60F8-2F68-7985BA1585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C15503-A271-204D-EF09-E936BCF7BA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301111-2F81-9B87-9B13-B2813F9005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DDBCE4-498F-4D40-BDC2-70F30D5DC8F2}" type="datetimeFigureOut">
              <a:rPr lang="en-US" smtClean="0"/>
              <a:t>2026-06-17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8E7BE6-DCAA-2837-BC03-2FB1B52144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E2C52B-D2C1-F6D3-AA69-C42E2DA8C5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04C30E-EC95-4F7E-B301-9A478E3A4C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57059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B89EF4-6F39-33F6-2CBC-A6856427D5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6ABBD1-AB61-7DE7-072B-399427BF3DC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28B7D9C-6E3A-179E-FC08-CC65A5DBCB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132CF64-3377-513C-A5A8-CD5D6E2A0F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DDBCE4-498F-4D40-BDC2-70F30D5DC8F2}" type="datetimeFigureOut">
              <a:rPr lang="en-US" smtClean="0"/>
              <a:t>2026-06-17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6BC76E-554D-7BCE-EE3D-448C243C93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EE4D15-C248-DD4D-AB9B-0E118EE3F4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04C30E-EC95-4F7E-B301-9A478E3A4C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03636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EA7104-488E-1455-9725-B5011C2508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84B061-BBBD-69F2-94A0-5A9232628B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B2EEA8-042E-4A0A-F6EF-A91FF34768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A9E8913-E5C3-6C9B-D9DD-0B8D427130F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CD6B32D-484A-B01A-3CD8-2548AA9BE1F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4B5D787-B4AE-B72A-F2C4-203016490A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DDBCE4-498F-4D40-BDC2-70F30D5DC8F2}" type="datetimeFigureOut">
              <a:rPr lang="en-US" smtClean="0"/>
              <a:t>2026-06-17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2C425AA-07C1-4413-F9DE-4A0CAE8F50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14AF652-AA1C-5211-2D4E-1FC498C3B4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04C30E-EC95-4F7E-B301-9A478E3A4C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93746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07403-377B-B1CF-62B3-F8011EFC82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E7B93DD-4B37-1A6A-BFAF-3AF9A761D1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DDBCE4-498F-4D40-BDC2-70F30D5DC8F2}" type="datetimeFigureOut">
              <a:rPr lang="en-US" smtClean="0"/>
              <a:t>2026-06-17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08669D4-CAE7-D983-D936-39F09C19FF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2E2500A-9592-27F2-624E-70182A5D4E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04C30E-EC95-4F7E-B301-9A478E3A4C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02590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D6A15D7-F31D-A527-A2EC-F460395586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DDBCE4-498F-4D40-BDC2-70F30D5DC8F2}" type="datetimeFigureOut">
              <a:rPr lang="en-US" smtClean="0"/>
              <a:t>2026-06-17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8D7B89B-617D-ECAE-7E91-795A4255FB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5601F8-B38B-360E-FA8D-2ADBD44974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04C30E-EC95-4F7E-B301-9A478E3A4C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41831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25CD5E-ADEE-F3B8-391A-A263F07DEB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24DC00-4115-CD5C-71D7-5F32C4304C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F22F025-B173-FA71-968F-13219A5F71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ABCF56-071F-0E04-C09A-AFBACEFCA9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DDBCE4-498F-4D40-BDC2-70F30D5DC8F2}" type="datetimeFigureOut">
              <a:rPr lang="en-US" smtClean="0"/>
              <a:t>2026-06-17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65B5307-C4B3-10FF-1C81-80C4988D9E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D1CF9C-3743-2638-8D74-438EA07471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04C30E-EC95-4F7E-B301-9A478E3A4C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8448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38626D-73E3-965B-050B-8657C1EC9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93E4A31-0E57-EDF6-1A2D-535BCE0D0B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F51B22-95AF-3A1F-2E48-2C24CE9195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D4B98F-A0F9-5A79-D33D-3C3E2C24FC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DDBCE4-498F-4D40-BDC2-70F30D5DC8F2}" type="datetimeFigureOut">
              <a:rPr lang="en-US" smtClean="0"/>
              <a:t>2026-06-17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E6B4F4-0743-522D-C230-D006016AAE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F5B27B-30F3-4EB8-F2F1-1003E09B8A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04C30E-EC95-4F7E-B301-9A478E3A4C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44872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C0B73A-B01E-FC76-27E7-86043427F1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241CC3B-D0ED-E3E1-A3E9-F5CDF5627AC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2E6BB0-D178-36F6-6812-13FA05F828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DDBCE4-498F-4D40-BDC2-70F30D5DC8F2}" type="datetimeFigureOut">
              <a:rPr lang="en-US" smtClean="0"/>
              <a:t>2026-06-17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72E9D9-320F-8879-5AA7-E021B2DDDD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0CEACE-3FB7-C7B1-1B0A-C735799A41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04C30E-EC95-4F7E-B301-9A478E3A4C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78031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13B2D3A-04F4-58C6-26B5-8E38C2F7535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E9BFBB7-983B-67A0-22B1-5E873288F9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E77EEC-FCC2-7A2C-FD82-83553693D3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DDBCE4-498F-4D40-BDC2-70F30D5DC8F2}" type="datetimeFigureOut">
              <a:rPr lang="en-US" smtClean="0"/>
              <a:t>2026-06-17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F1FA3A-F718-A725-5E6E-1F918BE65C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9BD935-B76B-CEEF-543D-0144BB442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04C30E-EC95-4F7E-B301-9A478E3A4C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17262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FD8F23C-E0D5-0218-A214-E325722410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3F481E-B795-C81A-1345-7ADFDDA29B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C91469-D57A-3F0C-0416-42A87FDA094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FDDBCE4-498F-4D40-BDC2-70F30D5DC8F2}" type="datetimeFigureOut">
              <a:rPr lang="en-US" smtClean="0"/>
              <a:t>2026-06-17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0B136E-5587-0187-EAE4-8AC18E802DF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7597E3-19E7-567B-9AD3-B2D40F9CBE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B04C30E-EC95-4F7E-B301-9A478E3A4C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17307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D03605E-6956-EC4D-7BD3-A66F8F7AB84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6934140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73F599B-5AF8-7931-DE0F-BE990A36C842}"/>
              </a:ext>
            </a:extLst>
          </p:cNvPr>
          <p:cNvSpPr txBox="1"/>
          <p:nvPr/>
        </p:nvSpPr>
        <p:spPr>
          <a:xfrm>
            <a:off x="7791450" y="2343150"/>
            <a:ext cx="1476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0.1 M HClO4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7A8CF17-607C-95F5-C40D-A3E33F700E68}"/>
                  </a:ext>
                </a:extLst>
              </p:cNvPr>
              <p:cNvSpPr txBox="1"/>
              <p:nvPr/>
            </p:nvSpPr>
            <p:spPr>
              <a:xfrm>
                <a:off x="7791450" y="2828925"/>
                <a:ext cx="364747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𝜹</m:t>
                        </m:r>
                      </m:e>
                      <m:sub>
                        <m:sSup>
                          <m:sSupPr>
                            <m:ctrlPr>
                              <a:rPr lang="en-US" b="1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𝑯</m:t>
                            </m:r>
                          </m:e>
                          <m:sup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</m:sup>
                        </m:sSup>
                      </m:sub>
                    </m:sSub>
                  </m:oMath>
                </a14:m>
                <a:r>
                  <a:rPr lang="en-US" b="1" dirty="0"/>
                  <a:t> is the same for all acid </a:t>
                </a:r>
                <a:r>
                  <a:rPr lang="en-US" b="1" dirty="0" err="1"/>
                  <a:t>concs</a:t>
                </a:r>
                <a:endParaRPr lang="en-US" b="1" dirty="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7A8CF17-607C-95F5-C40D-A3E33F700E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91450" y="2828925"/>
                <a:ext cx="3647473" cy="369332"/>
              </a:xfrm>
              <a:prstGeom prst="rect">
                <a:avLst/>
              </a:prstGeom>
              <a:blipFill>
                <a:blip r:embed="rId3"/>
                <a:stretch>
                  <a:fillRect t="-6557" r="-1003" b="-262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077631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1C61CE0-7D65-09FA-1447-F40ADE7B12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610" y="0"/>
            <a:ext cx="6934140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6BD8540-374F-5C4F-B166-11CBDDFA6730}"/>
              </a:ext>
            </a:extLst>
          </p:cNvPr>
          <p:cNvSpPr txBox="1"/>
          <p:nvPr/>
        </p:nvSpPr>
        <p:spPr>
          <a:xfrm>
            <a:off x="7791450" y="2343150"/>
            <a:ext cx="16001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0.25 M HClO4</a:t>
            </a:r>
          </a:p>
        </p:txBody>
      </p:sp>
    </p:spTree>
    <p:extLst>
      <p:ext uri="{BB962C8B-B14F-4D97-AF65-F5344CB8AC3E}">
        <p14:creationId xmlns:p14="http://schemas.microsoft.com/office/powerpoint/2010/main" val="4331949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150AF8E-817C-9A9D-B9E0-284BF59B312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5082" y="0"/>
            <a:ext cx="6934140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5952568-43B1-C613-CECD-C272708936B3}"/>
              </a:ext>
            </a:extLst>
          </p:cNvPr>
          <p:cNvSpPr txBox="1"/>
          <p:nvPr/>
        </p:nvSpPr>
        <p:spPr>
          <a:xfrm>
            <a:off x="7791450" y="2343150"/>
            <a:ext cx="1476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0.5 M HClO4</a:t>
            </a:r>
          </a:p>
        </p:txBody>
      </p:sp>
    </p:spTree>
    <p:extLst>
      <p:ext uri="{BB962C8B-B14F-4D97-AF65-F5344CB8AC3E}">
        <p14:creationId xmlns:p14="http://schemas.microsoft.com/office/powerpoint/2010/main" val="5425105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D224BCD-B71F-A0CB-A68F-77C99429634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7051" y="0"/>
            <a:ext cx="6934140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295C920-3D37-0704-EF2A-D6CD8E5BDB6C}"/>
              </a:ext>
            </a:extLst>
          </p:cNvPr>
          <p:cNvSpPr txBox="1"/>
          <p:nvPr/>
        </p:nvSpPr>
        <p:spPr>
          <a:xfrm>
            <a:off x="7791450" y="2343150"/>
            <a:ext cx="12843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1 M HClO4</a:t>
            </a:r>
          </a:p>
        </p:txBody>
      </p:sp>
    </p:spTree>
    <p:extLst>
      <p:ext uri="{BB962C8B-B14F-4D97-AF65-F5344CB8AC3E}">
        <p14:creationId xmlns:p14="http://schemas.microsoft.com/office/powerpoint/2010/main" val="29322863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20</Words>
  <Application>Microsoft Office PowerPoint</Application>
  <PresentationFormat>Widescreen</PresentationFormat>
  <Paragraphs>5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Aptos</vt:lpstr>
      <vt:lpstr>Aptos Display</vt:lpstr>
      <vt:lpstr>Arial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Varun Awasthi</dc:creator>
  <cp:lastModifiedBy>Varun Awasthi</cp:lastModifiedBy>
  <cp:revision>2</cp:revision>
  <dcterms:created xsi:type="dcterms:W3CDTF">2026-06-18T05:13:52Z</dcterms:created>
  <dcterms:modified xsi:type="dcterms:W3CDTF">2026-06-18T05:18:37Z</dcterms:modified>
</cp:coreProperties>
</file>